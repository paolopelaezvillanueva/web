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2 · UNIDAD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para la gestión de cobranzas de ESCALL PERÚ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con MySQL, CRUD con JPA y seguridad con JWT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Pelaez · Encalada · Garcia · Gutiérrez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Oscar Alberto Barnett Contreras · Octubre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un CRM con base de datos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cobranza necesita una sola versión de la información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dispersa en archivos y consultas manuales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datos y pérdida de trazabilidad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Supervisión lenta: no se sabe qué promesas siguen vigentes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que se registran dos veces al recargar un archivo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103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entrega el Avance 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ER final en MySQL 8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con JPA e Hibernate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JWT y control de acceso por rol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 de integración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en tres capas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frontend Angular se conecta en el Avance 3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200400" cy="3108960"/>
          </a:xfrm>
          <a:prstGeom prst="roundRect">
            <a:avLst>
              <a:gd name="adj" fmla="val 4412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31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747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listados y formularios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la API con token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80560" y="2103120"/>
            <a:ext cx="3200400" cy="3108960"/>
          </a:xfrm>
          <a:prstGeom prst="roundRect">
            <a:avLst>
              <a:gd name="adj" fmla="val 4412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9160" y="2331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· Spring Boot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endpoints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34747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Repository → Entity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y roles en cada petición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03120"/>
            <a:ext cx="3200400" cy="3108960"/>
          </a:xfrm>
          <a:prstGeom prst="roundRect">
            <a:avLst>
              <a:gd name="adj" fmla="val 4412"/>
            </a:avLst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2331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tablas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641080" y="34747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relaciones (FK)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y 1 vista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01_esquema.sql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794760" y="3657600"/>
            <a:ext cx="640080" cy="0"/>
          </a:xfrm>
          <a:prstGeom prst="line">
            <a:avLst/>
          </a:prstGeom>
          <a:noFill/>
          <a:ln w="3175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26680" y="3657600"/>
            <a:ext cx="640080" cy="0"/>
          </a:xfrm>
          <a:prstGeom prst="line">
            <a:avLst/>
          </a:prstGeom>
          <a:noFill/>
          <a:ln w="3175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 tiene una sola responsabilidad: el controlador recibe la petición, el servicio aplica las reglas de negocio y el repositorio accede a los datos.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final</a:t>
            </a:r>
            <a:endParaRPr lang="en-US" sz="3200" dirty="0"/>
          </a:p>
        </p:txBody>
      </p:sp>
      <p:pic>
        <p:nvPicPr>
          <p:cNvPr id="3" name="Image 0" descr="Diagrama entidad-relación del C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931152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46304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78240" y="1691640"/>
            <a:ext cx="2834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guardan N1 y N2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se conserva aunque cambie el árbol de tipificaciones.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Promesa 1 a 0..1 gestión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gestiones que exigen compromiso generan promesa.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sin duplicados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única: cuenta, fecha, monto y referencia.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de datos en números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crea con 01_esquema.sql en MySQL 8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201168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foráneas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únicas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062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CHECK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297680" y="40233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42062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046720" y="40233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2062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productividad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con JPA y API REST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endpoints: 16 GET · 9 POST · 4 PUT · 2 PATCH · 3 DELETE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2926080"/>
                <a:gridCol w="28346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Actualizar / eliminar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/api/usuarios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/api/usuarios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y PATCH; eliminar = desactivar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Tipificación N1 y N2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/api/admin/tipificaciones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/api/admin/tipificaciones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PUT; DELETE desactiva (no borra)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/api/clientes (admin)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/api/clientes/{id}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(quien ve al cliente); DELETE solo sin cuentas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/api/gestiones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/api/clientes/{id}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edita: trazabilidad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Promesa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Automática con la gestión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/api/cartera/agenda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 a CUMPLIDA al cargar un pago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Cuenta, asignación, pago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de archivos CSV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/api/cartera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actualiza con una nueva carga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CRUD completo se cumple en clientes y tipificaciones. Usuarios se da de baja desactivándolo. Gestiones, promesas, cuentas y pagos se crean por el flujo de negocio y no se borran, para conservar la trazabilidad.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básica: JWT y roles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26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y contraseña en POST /api/auth/login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926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contraseña se compara con su hash, nunca en texto plano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926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firmado HS256 que vence en 8 horas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15400" y="17373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0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2926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endpoint verifica el rol y el alcance del usuario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 cartera: busca clientes, registra gestiones y ve sus promesas.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297680" y="4434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 equipo: dashboard, reportes y administración de sus asesores.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0" y="4434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Todo: integración de datos, tipificaciones y auditoría.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automáticas: 9 de 9 pasan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mvnw test · BUILD SUCCESS · sin fallos ni errores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291840" cy="4206240"/>
          </a:xfrm>
          <a:prstGeom prst="roundRect">
            <a:avLst>
              <a:gd name="adj" fmla="val 33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integración con MockMvc y seguridad activa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828800"/>
            <a:ext cx="73152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correcto y 401 sin token (RF01)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por rol: 403 al asesor (RNF05)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solo ve su cartera (RF03, RF04)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con promesa y pagos duplicados (RF07, RF08, RF21)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asignaciones válida e inválida (RF19, RF21)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solo administra su equipo (RF16)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Tipificaciones se desactivan sin borrarse (RF22)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clientes: solo el admin crea y elimina; el asesor edita su cartera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sin archivo responde 400, no error interno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5394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Postman: 34 de 34 peticiones pasan. Pendiente: ejecutar contra MySQL 8 real y pruebas unitarias con JUnit.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los requisitos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Revisados uno por uno contra el código del backend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de 23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 implementados en el backend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40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RF13: reportes en JSON; falta exportar a Excel o CSV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RF18: la restricción por rol existe; la vista es del Avance 3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103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 12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 implementados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840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Pendientes: interfaz, responsivo y compatibilidad (frontend)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Pendiente: medir tiempos de respuesta (RNF08)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y pendientes antes de entregar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a adjuntar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6517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Postman: 34 de 34 peticiones pasan (docs/avance-2)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./mvnw test con 9 de 9 pruebas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Workbench con las 12 tablas en MySQL 8 real (pendiente)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 del proyecto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6517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reportes a Excel o CSV (RF13)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con JUnit (TDD)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 fuera del código: variables de entorno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backend en MySQL 8 real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Angular e integración (Avance 3)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github.com/PaoloPelaezVillanueva/web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CRM Cobranzas ESCALL PERÚ · Avance 2</dc:title>
  <dc:subject>PptxGenJS Presentation</dc:subject>
  <dc:creator>Grupo 3</dc:creator>
  <cp:lastModifiedBy>Grupo 3</cp:lastModifiedBy>
  <cp:revision>1</cp:revision>
  <dcterms:created xsi:type="dcterms:W3CDTF">2026-10-12T17:53:13Z</dcterms:created>
  <dcterms:modified xsi:type="dcterms:W3CDTF">2026-10-12T17:53:13Z</dcterms:modified>
</cp:coreProperties>
</file>