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TÉCNICO · AVANCE 2 · UNIDAD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73736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para la gestión de cobranzas de ESCALL PERÚ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persistente con MySQL, consultas y transacciones, y seguridad JWT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 · Pelaez · Encalada · Garcia · Gutiérrez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486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Oscar Alberto Barnett Contreras · Octubre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Introducción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Avance 1 al Avance 2: la API pasa a ser un backend persistente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432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para cobranzas de ESCALL PERÚ: clientes, cuentas, asesores, gestiones, promesas y pagos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roles: administrador, supervisor y asesor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github.com/PaoloPelaezVillanueva/web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7432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1: API REST en memoria, con arquitectura por capas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2: datos en MySQL, consultas y transacciones, seguridad con JWT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3: interfaz Angular (no incluida en esta entrega)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Problema y requerimientos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información de cobranza debe persistir, tener control de acceso y ser consultable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4206240"/>
          </a:xfrm>
          <a:prstGeom prst="roundRect">
            <a:avLst>
              <a:gd name="adj" fmla="val 3158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de 23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funcionales implementados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de 12 requisitos no funcionales (el resto es frontend o medición)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18288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17720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debe persistir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5603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Clientes, cuentas, asignaciones, gestiones, promesas, pagos, usuarios y auditoría.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38160" y="182880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66760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accede a qué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25603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Asesor: su cartera. Supervisor: su equipo. Administrador: todo.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389120" y="3977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1772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consultas resuelve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47091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de clientes, cartera, agenda de promesas, dashboard y reportes.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138160" y="3977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6676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debe estar protegido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47091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Gestiones, cargas de archivos, usuarios, tipificaciones y auditoría.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Descripción de la solución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etapas: cada una agrega una capacidad a la anterior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945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80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74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9776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Controladores, capas y datos en memoria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54680" y="3657600"/>
            <a:ext cx="182880" cy="0"/>
          </a:xfrm>
          <a:prstGeom prst="line">
            <a:avLst/>
          </a:prstGeom>
          <a:noFill/>
          <a:ln w="25400">
            <a:solidFill>
              <a:srgbClr val="4B5563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383280" y="201168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21945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0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3474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JPA / MySQL 8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9776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tablas, 12 entidades, 11 repositorios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3657600"/>
            <a:ext cx="182880" cy="0"/>
          </a:xfrm>
          <a:prstGeom prst="line">
            <a:avLst/>
          </a:prstGeom>
          <a:noFill/>
          <a:ln w="25400">
            <a:solidFill>
              <a:srgbClr val="4B556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17920" y="201168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21945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2880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y transacciones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3474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JPQL y @Transactional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39776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consultas y 4 operaciones transaccionales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823960" y="3657600"/>
            <a:ext cx="182880" cy="0"/>
          </a:xfrm>
          <a:prstGeom prst="line">
            <a:avLst/>
          </a:prstGeom>
          <a:noFill/>
          <a:ln w="25400">
            <a:solidFill>
              <a:srgbClr val="4B556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052560" y="201168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81160" y="21945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9281160" y="2880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34747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JWT, BCrypt y roles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281160" y="39776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Login, roles y alcance por cartera o equipo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34 endpoints, 9 pruebas de integración que pasan y una colección de Postman de 34 peticiones que pasa completa.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Alcances, limitaciones y avance alcanzado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394960" cy="4389120"/>
          </a:xfrm>
          <a:prstGeom prst="roundRect">
            <a:avLst>
              <a:gd name="adj" fmla="val 2500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65176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y tablas: 12 de 12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Endpoints: 34 (16 GET, 9 POST, 4 PUT, 2 PATCH, 3 DELETE)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CRUD: clientes y tipificaciones completos; usuarios con baja lógica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JPQL y transacciones de gestión, cargas y bajas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JWT, BCrypt, roles y alcance por cartera o equipo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datos CSV con validación por fila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737360"/>
            <a:ext cx="5394960" cy="4389120"/>
          </a:xfrm>
          <a:prstGeom prst="roundRect">
            <a:avLst>
              <a:gd name="adj" fmla="val 25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45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65176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comprobada con MySQL 8 real y tras reiniciar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Angular e integración (Avance 3)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reportes a Excel o CSV (RF13)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con JUnit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Revocar tokens y definir secretos por entorno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Arquitectura y estructura del proyecto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capa tiene una sola responsabilidad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103120"/>
            <a:ext cx="1463040" cy="164592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 o Angular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938528" y="2926080"/>
            <a:ext cx="164592" cy="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21408" y="2103120"/>
            <a:ext cx="1463040" cy="1645920"/>
          </a:xfrm>
          <a:prstGeom prst="roundRect">
            <a:avLst>
              <a:gd name="adj" fmla="val 6250"/>
            </a:avLst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12848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212848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JWT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02736" y="2926080"/>
            <a:ext cx="164592" cy="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785616" y="2103120"/>
            <a:ext cx="1463040" cy="164592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77056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877056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 endpoints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266944" y="2926080"/>
            <a:ext cx="164592" cy="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49824" y="2103120"/>
            <a:ext cx="1463040" cy="164592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541264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41264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de negocio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31152" y="2926080"/>
            <a:ext cx="164592" cy="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114032" y="2103120"/>
            <a:ext cx="1463040" cy="164592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05472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205472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595360" y="2926080"/>
            <a:ext cx="164592" cy="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778240" y="2103120"/>
            <a:ext cx="1463040" cy="1645920"/>
          </a:xfrm>
          <a:prstGeom prst="roundRect">
            <a:avLst>
              <a:gd name="adj" fmla="val 625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869680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JPA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86968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 a SQL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0259568" y="2926080"/>
            <a:ext cx="164592" cy="0"/>
          </a:xfrm>
          <a:prstGeom prst="line">
            <a:avLst/>
          </a:prstGeom>
          <a:noFill/>
          <a:ln w="19050">
            <a:solidFill>
              <a:srgbClr val="4B556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442448" y="2103120"/>
            <a:ext cx="1463040" cy="1645920"/>
          </a:xfrm>
          <a:prstGeom prst="roundRect">
            <a:avLst>
              <a:gd name="adj" fmla="val 6250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533888" y="22402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533888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persistentes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20624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controlador/ (5 controladores), servicio/ (10 servicios), repositorio/ (11 repositorios)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modelo/ (12 entidades JPA), dto/ (objetos de entrada y salida), seguridad/ (JWT y roles)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excepcion/ con respuestas en español: 400, 401, 403, 404, 409 y 500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Persistencia de datos con Spring Boot</a:t>
            </a:r>
            <a:endParaRPr lang="en-US" sz="3200" dirty="0"/>
          </a:p>
        </p:txBody>
      </p:sp>
      <p:pic>
        <p:nvPicPr>
          <p:cNvPr id="3" name="Image 0" descr="Modelo entidad-relación del CR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931152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863840" y="1463040"/>
            <a:ext cx="3749040" cy="4572000"/>
          </a:xfrm>
          <a:prstGeom prst="roundRect">
            <a:avLst>
              <a:gd name="adj" fmla="val 292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92440" y="1691640"/>
            <a:ext cx="33832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tablas · 17 relaciones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foráneas, únicas y restricciones CHECK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y repositorios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entidades JPA y 11 repositorios Spring Data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a MySQL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mysql. El esquema lo crea el script; Hibernate no lo modifica.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A45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tras reinicio: PENDIENTE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Consultas y transacciones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consulta y cada transacción resuelve un problema concreto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JPQL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6888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de clientes limitada a la cartera (evidencia 15)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Comprobación de acceso a un cliente (evidencia 13)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gestiones con joins y filtros opcionales (evidencia 16)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pagado por cuenta para el saldo (evidencias 11-12)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promesas del asesor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Marcado masivo de promesas CUMPLIDA (evidencia 20)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46888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con promesa: gestión, promesa y teléfono en una sola operación (17-18)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 pagos: una transacción por archivo, validación por fila (19-20)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 asignaciones: historial de asesor por cuenta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de cliente: solo si no tiene cuentas; si tiene, 409 (24-25)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Seguridad de la API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implementado (no es un mecanismo de prueba)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8036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y contraseña en /api/auth/login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37560" y="173736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66160" y="18745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88036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contraseña se compara con su hash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173736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18745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288036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firmado HS256 que vence en 8 horas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15400" y="1737360"/>
            <a:ext cx="2560320" cy="219456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0" y="18745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24688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288036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endpoint verifica el rol y el alcance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11064240" cy="1828800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3434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permitido y rechazado (evidencia 1-14)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A45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token  ·  </a:t>
            </a:r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A45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 intenta leer la auditoría  ·  </a:t>
            </a:r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A45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404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 pide un cliente de otra cartera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 lee la auditoría  ·  </a:t>
            </a:r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 consulta su propia cartera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Tecnologías y configuración del backend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480560"/>
                <a:gridCol w="3474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Versión o configuración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JDK 21 (java.version = 21)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Lenguaje del backend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Boot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4.1.1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de la aplicación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Data JPA y Hibernate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spring-boot-starter-data-jpa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Persistencia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Security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starter-security y oauth2-resource-server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 y roles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Servidor: [pendiente confirmar versión]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de datos persistente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3.9.16 (mvnw)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Compilación y pruebas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JUnit 5 + MockMvc · Postman con newman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pruebas · 34 peticiones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valores sensibles van en backend/.env, que no se sube al repositorio.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Pruebas y evidencias de funcionamiento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prueba se puede volver a ejecutar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0320" cy="2103120"/>
          </a:xfrm>
          <a:prstGeom prst="roundRect">
            <a:avLst>
              <a:gd name="adj" fmla="val 5217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0116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926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JUnit de integración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560320" cy="2103120"/>
          </a:xfrm>
          <a:prstGeom prst="roundRect">
            <a:avLst>
              <a:gd name="adj" fmla="val 5217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20116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34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926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peticiones de Postman (newman)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2560320" cy="2103120"/>
          </a:xfrm>
          <a:prstGeom prst="roundRect">
            <a:avLst>
              <a:gd name="adj" fmla="val 5217"/>
            </a:avLst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20116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27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926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HTTP con perfil demo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52560" y="1737360"/>
            <a:ext cx="2560320" cy="2103120"/>
          </a:xfrm>
          <a:prstGeom prst="roundRect">
            <a:avLst>
              <a:gd name="adj" fmla="val 5217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440" y="20116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45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9235440" y="2926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45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HTTP con MySQL 8 real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Consulta, registro, actualización y eliminación: filas 21-26 de la evidencia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 y JPQL: filas 11-20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Comando: node docs/avance-2/evidencia-api.js http://localhost:8080 mysql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Conclusiones y trabajo pendiente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E8EEF5"/>
          </a:solidFill>
          <a:ln w="12700">
            <a:solidFill>
              <a:srgbClr val="E8EE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6888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promesa pasa de PENDIENTE a CUMPLIDA cuando llega el pago (evidencia 17-20)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baja de un cliente con cuentas se bloquea y protege el historial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respuestas 401, 403 y 404 separan lo permitido de lo rechazado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pruebas encontraron defectos reales y se corrigieron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737360"/>
            <a:ext cx="5394960" cy="4480560"/>
          </a:xfrm>
          <a:prstGeom prst="roundRect">
            <a:avLst>
              <a:gd name="adj" fmla="val 2449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45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pendiente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2468880"/>
            <a:ext cx="47548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con MySQL 8 real y tras reinicio (en curso)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de Workbench con las 12 tablas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Angular (Avance 3)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reportes, pruebas unitarias y revocación de tokens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Anexos técnicos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5943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A: listado de los 34 endpoints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SQL: database/01_esquema.sql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Colección de Postman y reporte de ejecución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HTTP reproducible y diagrama ER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572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github.com/PaoloPelaezVillanueva/web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Cobranzas · Avance 2 · Grupo 3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06424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CRM Cobranzas ESCALL PERÚ · Informe técnico Avance 2</dc:title>
  <dc:subject>PptxGenJS Presentation</dc:subject>
  <dc:creator>Grupo 3</dc:creator>
  <cp:lastModifiedBy>Grupo 3</cp:lastModifiedBy>
  <cp:revision>1</cp:revision>
  <dcterms:created xsi:type="dcterms:W3CDTF">2026-10-13T17:04:44Z</dcterms:created>
  <dcterms:modified xsi:type="dcterms:W3CDTF">2026-10-13T17:04:44Z</dcterms:modified>
</cp:coreProperties>
</file>